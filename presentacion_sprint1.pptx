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1" r:id="rId2"/>
    <p:sldId id="264" r:id="rId3"/>
    <p:sldId id="268" r:id="rId4"/>
    <p:sldId id="276" r:id="rId5"/>
    <p:sldId id="277" r:id="rId6"/>
    <p:sldId id="275" r:id="rId7"/>
    <p:sldId id="279" r:id="rId8"/>
    <p:sldId id="280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1DE3C8D4-2260-4659-A4CF-27A8D6B5C5A8}">
          <p14:sldIdLst>
            <p14:sldId id="271"/>
            <p14:sldId id="264"/>
            <p14:sldId id="268"/>
            <p14:sldId id="276"/>
            <p14:sldId id="277"/>
            <p14:sldId id="275"/>
            <p14:sldId id="279"/>
            <p14:sldId id="280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7E"/>
    <a:srgbClr val="CBCDED"/>
    <a:srgbClr val="E9EAF7"/>
    <a:srgbClr val="E3E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B9E53-A8C1-98A6-778B-38BC1FC20744}" v="67" dt="2025-11-15T13:24:03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A65703-E29A-495D-B0AB-DE7C05B69921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E3661A2E-55AC-46DA-8B69-0DAE58B45B95}">
      <dgm:prSet phldrT="[Texto]" phldr="0"/>
      <dgm:spPr/>
      <dgm:t>
        <a:bodyPr/>
        <a:lstStyle/>
        <a:p>
          <a:r>
            <a:rPr lang="es-ES"/>
            <a:t>Creado(</a:t>
          </a:r>
          <a:r>
            <a:rPr lang="es-ES" err="1"/>
            <a:t>created</a:t>
          </a:r>
          <a:r>
            <a:rPr lang="es-ES"/>
            <a:t>)</a:t>
          </a:r>
        </a:p>
      </dgm:t>
    </dgm:pt>
    <dgm:pt modelId="{253FD89A-7E27-4356-BFF3-9D4E1608BEA4}" type="parTrans" cxnId="{D16B9944-CB0D-431F-8161-11E10E3EEF76}">
      <dgm:prSet/>
      <dgm:spPr/>
      <dgm:t>
        <a:bodyPr/>
        <a:lstStyle/>
        <a:p>
          <a:endParaRPr lang="es-ES"/>
        </a:p>
      </dgm:t>
    </dgm:pt>
    <dgm:pt modelId="{89C47DCD-5E19-4DBC-87FD-53F2D6FF0575}" type="sibTrans" cxnId="{D16B9944-CB0D-431F-8161-11E10E3EEF76}">
      <dgm:prSet/>
      <dgm:spPr/>
      <dgm:t>
        <a:bodyPr/>
        <a:lstStyle/>
        <a:p>
          <a:endParaRPr lang="es-ES"/>
        </a:p>
      </dgm:t>
    </dgm:pt>
    <dgm:pt modelId="{3AAA20E0-835C-4B84-835A-9494E2F67014}">
      <dgm:prSet phldrT="[Texto]" phldr="0"/>
      <dgm:spPr/>
      <dgm:t>
        <a:bodyPr/>
        <a:lstStyle/>
        <a:p>
          <a:r>
            <a:rPr lang="es-ES"/>
            <a:t>Aprobado(</a:t>
          </a:r>
          <a:r>
            <a:rPr lang="es-ES" err="1"/>
            <a:t>approved</a:t>
          </a:r>
          <a:r>
            <a:rPr lang="es-ES"/>
            <a:t>)</a:t>
          </a:r>
        </a:p>
      </dgm:t>
    </dgm:pt>
    <dgm:pt modelId="{9CA8E7CC-24C5-4359-A7AD-AF918F40F547}" type="parTrans" cxnId="{AF7F96EF-0703-4ABF-BF09-F07106DA36FC}">
      <dgm:prSet/>
      <dgm:spPr/>
      <dgm:t>
        <a:bodyPr/>
        <a:lstStyle/>
        <a:p>
          <a:endParaRPr lang="es-ES"/>
        </a:p>
      </dgm:t>
    </dgm:pt>
    <dgm:pt modelId="{0A072603-D51D-4746-912C-D5276F5AB902}" type="sibTrans" cxnId="{AF7F96EF-0703-4ABF-BF09-F07106DA36FC}">
      <dgm:prSet/>
      <dgm:spPr/>
      <dgm:t>
        <a:bodyPr/>
        <a:lstStyle/>
        <a:p>
          <a:endParaRPr lang="es-ES"/>
        </a:p>
      </dgm:t>
    </dgm:pt>
    <dgm:pt modelId="{A277DDA9-1B7D-4576-A5BD-90FBEE301112}">
      <dgm:prSet phldrT="[Texto]" phldr="0"/>
      <dgm:spPr/>
      <dgm:t>
        <a:bodyPr/>
        <a:lstStyle/>
        <a:p>
          <a:pPr rtl="0"/>
          <a:r>
            <a:rPr lang="es-ES"/>
            <a:t>Enviado(</a:t>
          </a:r>
          <a:r>
            <a:rPr lang="es-ES" err="1"/>
            <a:t>shipped</a:t>
          </a:r>
          <a:r>
            <a:rPr lang="es-ES"/>
            <a:t>)</a:t>
          </a:r>
        </a:p>
      </dgm:t>
    </dgm:pt>
    <dgm:pt modelId="{61245DFE-69B5-4898-A1F4-0A5D041424E3}" type="parTrans" cxnId="{60472D2F-064C-4964-ABB0-3A69C0E97E45}">
      <dgm:prSet/>
      <dgm:spPr/>
      <dgm:t>
        <a:bodyPr/>
        <a:lstStyle/>
        <a:p>
          <a:endParaRPr lang="es-ES"/>
        </a:p>
      </dgm:t>
    </dgm:pt>
    <dgm:pt modelId="{F0D82D11-9074-451D-AD4C-189BCBC6D211}" type="sibTrans" cxnId="{60472D2F-064C-4964-ABB0-3A69C0E97E45}">
      <dgm:prSet/>
      <dgm:spPr/>
      <dgm:t>
        <a:bodyPr/>
        <a:lstStyle/>
        <a:p>
          <a:endParaRPr lang="es-ES"/>
        </a:p>
      </dgm:t>
    </dgm:pt>
    <dgm:pt modelId="{E5CE05CB-A2B1-4F4E-AE4E-8DF84C3B136B}">
      <dgm:prSet phldr="0"/>
      <dgm:spPr/>
      <dgm:t>
        <a:bodyPr/>
        <a:lstStyle/>
        <a:p>
          <a:pPr rtl="0"/>
          <a:r>
            <a:rPr lang="es-ES"/>
            <a:t>Procesando(</a:t>
          </a:r>
          <a:r>
            <a:rPr lang="es-ES" err="1"/>
            <a:t>processing</a:t>
          </a:r>
          <a:r>
            <a:rPr lang="es-ES"/>
            <a:t>)</a:t>
          </a:r>
        </a:p>
      </dgm:t>
    </dgm:pt>
    <dgm:pt modelId="{F44A1C3E-EEC3-4F76-8F8A-36F5BC05E3F8}" type="parTrans" cxnId="{77AC3093-FE9E-4CA7-9B02-C7434F160770}">
      <dgm:prSet/>
      <dgm:spPr/>
      <dgm:t>
        <a:bodyPr/>
        <a:lstStyle/>
        <a:p>
          <a:endParaRPr lang="es-ES"/>
        </a:p>
      </dgm:t>
    </dgm:pt>
    <dgm:pt modelId="{E8AA45B2-6257-44CA-8AC8-417330263047}" type="sibTrans" cxnId="{77AC3093-FE9E-4CA7-9B02-C7434F160770}">
      <dgm:prSet/>
      <dgm:spPr/>
      <dgm:t>
        <a:bodyPr/>
        <a:lstStyle/>
        <a:p>
          <a:endParaRPr lang="es-ES"/>
        </a:p>
      </dgm:t>
    </dgm:pt>
    <dgm:pt modelId="{7FF1835A-EE52-47C1-A497-4024E41D1BB7}">
      <dgm:prSet phldr="0"/>
      <dgm:spPr/>
      <dgm:t>
        <a:bodyPr/>
        <a:lstStyle/>
        <a:p>
          <a:r>
            <a:rPr lang="es-ES"/>
            <a:t>Entregado(</a:t>
          </a:r>
          <a:r>
            <a:rPr lang="es-ES" err="1"/>
            <a:t>delivered</a:t>
          </a:r>
          <a:r>
            <a:rPr lang="es-ES"/>
            <a:t>)</a:t>
          </a:r>
        </a:p>
      </dgm:t>
    </dgm:pt>
    <dgm:pt modelId="{98E61E08-2DD3-49BE-A12C-1AAEB23809FC}" type="parTrans" cxnId="{0D73D296-1894-47DD-A747-D32BBCC19300}">
      <dgm:prSet/>
      <dgm:spPr/>
      <dgm:t>
        <a:bodyPr/>
        <a:lstStyle/>
        <a:p>
          <a:endParaRPr lang="es-ES"/>
        </a:p>
      </dgm:t>
    </dgm:pt>
    <dgm:pt modelId="{B9EBA7B8-173D-4115-BBE2-16D8E16BA7EB}" type="sibTrans" cxnId="{0D73D296-1894-47DD-A747-D32BBCC19300}">
      <dgm:prSet/>
      <dgm:spPr/>
      <dgm:t>
        <a:bodyPr/>
        <a:lstStyle/>
        <a:p>
          <a:endParaRPr lang="es-ES"/>
        </a:p>
      </dgm:t>
    </dgm:pt>
    <dgm:pt modelId="{21CFC770-A50C-4B45-912C-A4EDC2236A37}">
      <dgm:prSet phldr="0"/>
      <dgm:spPr/>
      <dgm:t>
        <a:bodyPr/>
        <a:lstStyle/>
        <a:p>
          <a:r>
            <a:rPr lang="es-ES"/>
            <a:t>Facturado(</a:t>
          </a:r>
          <a:r>
            <a:rPr lang="es-ES" err="1"/>
            <a:t>invoiced</a:t>
          </a:r>
          <a:r>
            <a:rPr lang="es-ES"/>
            <a:t>)</a:t>
          </a:r>
        </a:p>
      </dgm:t>
    </dgm:pt>
    <dgm:pt modelId="{FB25FAFC-9BBC-4662-80A6-8B94AF4A87DA}" type="parTrans" cxnId="{FDFB6748-AFAE-439E-9AC1-1B8E0D9545DF}">
      <dgm:prSet/>
      <dgm:spPr/>
      <dgm:t>
        <a:bodyPr/>
        <a:lstStyle/>
        <a:p>
          <a:endParaRPr lang="es-ES"/>
        </a:p>
      </dgm:t>
    </dgm:pt>
    <dgm:pt modelId="{314363FE-514C-486A-A308-67ECBA850842}" type="sibTrans" cxnId="{FDFB6748-AFAE-439E-9AC1-1B8E0D9545DF}">
      <dgm:prSet/>
      <dgm:spPr/>
      <dgm:t>
        <a:bodyPr/>
        <a:lstStyle/>
        <a:p>
          <a:endParaRPr lang="es-ES"/>
        </a:p>
      </dgm:t>
    </dgm:pt>
    <dgm:pt modelId="{302FAECE-D915-41A7-B1EA-D06D325B223C}" type="pres">
      <dgm:prSet presAssocID="{C6A65703-E29A-495D-B0AB-DE7C05B69921}" presName="CompostProcess" presStyleCnt="0">
        <dgm:presLayoutVars>
          <dgm:dir/>
          <dgm:resizeHandles val="exact"/>
        </dgm:presLayoutVars>
      </dgm:prSet>
      <dgm:spPr/>
    </dgm:pt>
    <dgm:pt modelId="{4318B65C-3F46-4A79-A32A-138D57B39161}" type="pres">
      <dgm:prSet presAssocID="{C6A65703-E29A-495D-B0AB-DE7C05B69921}" presName="arrow" presStyleLbl="bgShp" presStyleIdx="0" presStyleCnt="1"/>
      <dgm:spPr/>
    </dgm:pt>
    <dgm:pt modelId="{157268A7-B100-446A-B960-2B304ABFFF99}" type="pres">
      <dgm:prSet presAssocID="{C6A65703-E29A-495D-B0AB-DE7C05B69921}" presName="linearProcess" presStyleCnt="0"/>
      <dgm:spPr/>
    </dgm:pt>
    <dgm:pt modelId="{77F86E76-B1A5-4D08-A12A-3C58C708D4FF}" type="pres">
      <dgm:prSet presAssocID="{E3661A2E-55AC-46DA-8B69-0DAE58B45B95}" presName="textNode" presStyleLbl="node1" presStyleIdx="0" presStyleCnt="6">
        <dgm:presLayoutVars>
          <dgm:bulletEnabled val="1"/>
        </dgm:presLayoutVars>
      </dgm:prSet>
      <dgm:spPr/>
    </dgm:pt>
    <dgm:pt modelId="{1540A194-8659-4165-8923-935F52325289}" type="pres">
      <dgm:prSet presAssocID="{89C47DCD-5E19-4DBC-87FD-53F2D6FF0575}" presName="sibTrans" presStyleCnt="0"/>
      <dgm:spPr/>
    </dgm:pt>
    <dgm:pt modelId="{2D2A8D22-53AF-42EF-83FA-DB1D45DA974D}" type="pres">
      <dgm:prSet presAssocID="{3AAA20E0-835C-4B84-835A-9494E2F67014}" presName="textNode" presStyleLbl="node1" presStyleIdx="1" presStyleCnt="6">
        <dgm:presLayoutVars>
          <dgm:bulletEnabled val="1"/>
        </dgm:presLayoutVars>
      </dgm:prSet>
      <dgm:spPr/>
    </dgm:pt>
    <dgm:pt modelId="{3B93FF69-2EF1-4007-8A69-BC4E265D669D}" type="pres">
      <dgm:prSet presAssocID="{0A072603-D51D-4746-912C-D5276F5AB902}" presName="sibTrans" presStyleCnt="0"/>
      <dgm:spPr/>
    </dgm:pt>
    <dgm:pt modelId="{988C27A5-B8E0-4A09-933E-832C1E656CE5}" type="pres">
      <dgm:prSet presAssocID="{E5CE05CB-A2B1-4F4E-AE4E-8DF84C3B136B}" presName="textNode" presStyleLbl="node1" presStyleIdx="2" presStyleCnt="6">
        <dgm:presLayoutVars>
          <dgm:bulletEnabled val="1"/>
        </dgm:presLayoutVars>
      </dgm:prSet>
      <dgm:spPr/>
    </dgm:pt>
    <dgm:pt modelId="{3BBFC98B-FF15-425B-AA33-ABD27024D66C}" type="pres">
      <dgm:prSet presAssocID="{E8AA45B2-6257-44CA-8AC8-417330263047}" presName="sibTrans" presStyleCnt="0"/>
      <dgm:spPr/>
    </dgm:pt>
    <dgm:pt modelId="{70553823-24D3-4CC4-9C56-194ADEDCF706}" type="pres">
      <dgm:prSet presAssocID="{A277DDA9-1B7D-4576-A5BD-90FBEE301112}" presName="textNode" presStyleLbl="node1" presStyleIdx="3" presStyleCnt="6">
        <dgm:presLayoutVars>
          <dgm:bulletEnabled val="1"/>
        </dgm:presLayoutVars>
      </dgm:prSet>
      <dgm:spPr/>
    </dgm:pt>
    <dgm:pt modelId="{C4F4EE1F-96E2-4AF6-AADE-F73DE8765065}" type="pres">
      <dgm:prSet presAssocID="{F0D82D11-9074-451D-AD4C-189BCBC6D211}" presName="sibTrans" presStyleCnt="0"/>
      <dgm:spPr/>
    </dgm:pt>
    <dgm:pt modelId="{3C98291B-1C0F-4636-A59A-ABC9BB08B598}" type="pres">
      <dgm:prSet presAssocID="{7FF1835A-EE52-47C1-A497-4024E41D1BB7}" presName="textNode" presStyleLbl="node1" presStyleIdx="4" presStyleCnt="6">
        <dgm:presLayoutVars>
          <dgm:bulletEnabled val="1"/>
        </dgm:presLayoutVars>
      </dgm:prSet>
      <dgm:spPr/>
    </dgm:pt>
    <dgm:pt modelId="{8D399C33-ADA8-4838-9526-5616BD9C6D53}" type="pres">
      <dgm:prSet presAssocID="{B9EBA7B8-173D-4115-BBE2-16D8E16BA7EB}" presName="sibTrans" presStyleCnt="0"/>
      <dgm:spPr/>
    </dgm:pt>
    <dgm:pt modelId="{FA57F57C-B939-4CAA-A792-932088E57CC3}" type="pres">
      <dgm:prSet presAssocID="{21CFC770-A50C-4B45-912C-A4EDC2236A37}" presName="textNode" presStyleLbl="node1" presStyleIdx="5" presStyleCnt="6">
        <dgm:presLayoutVars>
          <dgm:bulletEnabled val="1"/>
        </dgm:presLayoutVars>
      </dgm:prSet>
      <dgm:spPr/>
    </dgm:pt>
  </dgm:ptLst>
  <dgm:cxnLst>
    <dgm:cxn modelId="{C6A8390A-90AA-4DA4-9313-76F6AA375F09}" type="presOf" srcId="{E3661A2E-55AC-46DA-8B69-0DAE58B45B95}" destId="{77F86E76-B1A5-4D08-A12A-3C58C708D4FF}" srcOrd="0" destOrd="0" presId="urn:microsoft.com/office/officeart/2005/8/layout/hProcess9"/>
    <dgm:cxn modelId="{7289D60E-F1AA-435E-A060-388072CBB5AA}" type="presOf" srcId="{7FF1835A-EE52-47C1-A497-4024E41D1BB7}" destId="{3C98291B-1C0F-4636-A59A-ABC9BB08B598}" srcOrd="0" destOrd="0" presId="urn:microsoft.com/office/officeart/2005/8/layout/hProcess9"/>
    <dgm:cxn modelId="{60472D2F-064C-4964-ABB0-3A69C0E97E45}" srcId="{C6A65703-E29A-495D-B0AB-DE7C05B69921}" destId="{A277DDA9-1B7D-4576-A5BD-90FBEE301112}" srcOrd="3" destOrd="0" parTransId="{61245DFE-69B5-4898-A1F4-0A5D041424E3}" sibTransId="{F0D82D11-9074-451D-AD4C-189BCBC6D211}"/>
    <dgm:cxn modelId="{D16B9944-CB0D-431F-8161-11E10E3EEF76}" srcId="{C6A65703-E29A-495D-B0AB-DE7C05B69921}" destId="{E3661A2E-55AC-46DA-8B69-0DAE58B45B95}" srcOrd="0" destOrd="0" parTransId="{253FD89A-7E27-4356-BFF3-9D4E1608BEA4}" sibTransId="{89C47DCD-5E19-4DBC-87FD-53F2D6FF0575}"/>
    <dgm:cxn modelId="{FDFB6748-AFAE-439E-9AC1-1B8E0D9545DF}" srcId="{C6A65703-E29A-495D-B0AB-DE7C05B69921}" destId="{21CFC770-A50C-4B45-912C-A4EDC2236A37}" srcOrd="5" destOrd="0" parTransId="{FB25FAFC-9BBC-4662-80A6-8B94AF4A87DA}" sibTransId="{314363FE-514C-486A-A308-67ECBA850842}"/>
    <dgm:cxn modelId="{3A5F1C78-EC94-4352-AF1C-511993139559}" type="presOf" srcId="{C6A65703-E29A-495D-B0AB-DE7C05B69921}" destId="{302FAECE-D915-41A7-B1EA-D06D325B223C}" srcOrd="0" destOrd="0" presId="urn:microsoft.com/office/officeart/2005/8/layout/hProcess9"/>
    <dgm:cxn modelId="{1059B68E-D62A-4E38-A2D7-7E1A91F0805C}" type="presOf" srcId="{A277DDA9-1B7D-4576-A5BD-90FBEE301112}" destId="{70553823-24D3-4CC4-9C56-194ADEDCF706}" srcOrd="0" destOrd="0" presId="urn:microsoft.com/office/officeart/2005/8/layout/hProcess9"/>
    <dgm:cxn modelId="{77AC3093-FE9E-4CA7-9B02-C7434F160770}" srcId="{C6A65703-E29A-495D-B0AB-DE7C05B69921}" destId="{E5CE05CB-A2B1-4F4E-AE4E-8DF84C3B136B}" srcOrd="2" destOrd="0" parTransId="{F44A1C3E-EEC3-4F76-8F8A-36F5BC05E3F8}" sibTransId="{E8AA45B2-6257-44CA-8AC8-417330263047}"/>
    <dgm:cxn modelId="{0D73D296-1894-47DD-A747-D32BBCC19300}" srcId="{C6A65703-E29A-495D-B0AB-DE7C05B69921}" destId="{7FF1835A-EE52-47C1-A497-4024E41D1BB7}" srcOrd="4" destOrd="0" parTransId="{98E61E08-2DD3-49BE-A12C-1AAEB23809FC}" sibTransId="{B9EBA7B8-173D-4115-BBE2-16D8E16BA7EB}"/>
    <dgm:cxn modelId="{127782C9-35F7-4DF4-B096-DCCED71FEB45}" type="presOf" srcId="{3AAA20E0-835C-4B84-835A-9494E2F67014}" destId="{2D2A8D22-53AF-42EF-83FA-DB1D45DA974D}" srcOrd="0" destOrd="0" presId="urn:microsoft.com/office/officeart/2005/8/layout/hProcess9"/>
    <dgm:cxn modelId="{AF7F96EF-0703-4ABF-BF09-F07106DA36FC}" srcId="{C6A65703-E29A-495D-B0AB-DE7C05B69921}" destId="{3AAA20E0-835C-4B84-835A-9494E2F67014}" srcOrd="1" destOrd="0" parTransId="{9CA8E7CC-24C5-4359-A7AD-AF918F40F547}" sibTransId="{0A072603-D51D-4746-912C-D5276F5AB902}"/>
    <dgm:cxn modelId="{0A472EF7-8FA0-4DC9-8F25-3DBEEECE074C}" type="presOf" srcId="{21CFC770-A50C-4B45-912C-A4EDC2236A37}" destId="{FA57F57C-B939-4CAA-A792-932088E57CC3}" srcOrd="0" destOrd="0" presId="urn:microsoft.com/office/officeart/2005/8/layout/hProcess9"/>
    <dgm:cxn modelId="{10F8DCFF-5F31-4DBA-B679-1DD6E719F270}" type="presOf" srcId="{E5CE05CB-A2B1-4F4E-AE4E-8DF84C3B136B}" destId="{988C27A5-B8E0-4A09-933E-832C1E656CE5}" srcOrd="0" destOrd="0" presId="urn:microsoft.com/office/officeart/2005/8/layout/hProcess9"/>
    <dgm:cxn modelId="{45E1C5A6-19B8-4770-A33C-0AC6C4BEC60A}" type="presParOf" srcId="{302FAECE-D915-41A7-B1EA-D06D325B223C}" destId="{4318B65C-3F46-4A79-A32A-138D57B39161}" srcOrd="0" destOrd="0" presId="urn:microsoft.com/office/officeart/2005/8/layout/hProcess9"/>
    <dgm:cxn modelId="{601E709B-BDA0-4235-9AFB-8F29C180853A}" type="presParOf" srcId="{302FAECE-D915-41A7-B1EA-D06D325B223C}" destId="{157268A7-B100-446A-B960-2B304ABFFF99}" srcOrd="1" destOrd="0" presId="urn:microsoft.com/office/officeart/2005/8/layout/hProcess9"/>
    <dgm:cxn modelId="{B0DEEE6D-E76D-4668-910B-E0B8F07D727B}" type="presParOf" srcId="{157268A7-B100-446A-B960-2B304ABFFF99}" destId="{77F86E76-B1A5-4D08-A12A-3C58C708D4FF}" srcOrd="0" destOrd="0" presId="urn:microsoft.com/office/officeart/2005/8/layout/hProcess9"/>
    <dgm:cxn modelId="{06F12C65-9A9E-4C8B-955B-A606035433BB}" type="presParOf" srcId="{157268A7-B100-446A-B960-2B304ABFFF99}" destId="{1540A194-8659-4165-8923-935F52325289}" srcOrd="1" destOrd="0" presId="urn:microsoft.com/office/officeart/2005/8/layout/hProcess9"/>
    <dgm:cxn modelId="{0D880237-EF58-4FCD-9322-62B461834DAD}" type="presParOf" srcId="{157268A7-B100-446A-B960-2B304ABFFF99}" destId="{2D2A8D22-53AF-42EF-83FA-DB1D45DA974D}" srcOrd="2" destOrd="0" presId="urn:microsoft.com/office/officeart/2005/8/layout/hProcess9"/>
    <dgm:cxn modelId="{771DFD94-652A-4E1C-9A54-82790546A007}" type="presParOf" srcId="{157268A7-B100-446A-B960-2B304ABFFF99}" destId="{3B93FF69-2EF1-4007-8A69-BC4E265D669D}" srcOrd="3" destOrd="0" presId="urn:microsoft.com/office/officeart/2005/8/layout/hProcess9"/>
    <dgm:cxn modelId="{96544CB0-46FD-4E70-9CF4-9328C5879C7C}" type="presParOf" srcId="{157268A7-B100-446A-B960-2B304ABFFF99}" destId="{988C27A5-B8E0-4A09-933E-832C1E656CE5}" srcOrd="4" destOrd="0" presId="urn:microsoft.com/office/officeart/2005/8/layout/hProcess9"/>
    <dgm:cxn modelId="{9D79F9EF-8AA1-4D4E-BE74-167AB34E66EE}" type="presParOf" srcId="{157268A7-B100-446A-B960-2B304ABFFF99}" destId="{3BBFC98B-FF15-425B-AA33-ABD27024D66C}" srcOrd="5" destOrd="0" presId="urn:microsoft.com/office/officeart/2005/8/layout/hProcess9"/>
    <dgm:cxn modelId="{0310E19D-87F3-456B-AB3A-CEC2520D5DAE}" type="presParOf" srcId="{157268A7-B100-446A-B960-2B304ABFFF99}" destId="{70553823-24D3-4CC4-9C56-194ADEDCF706}" srcOrd="6" destOrd="0" presId="urn:microsoft.com/office/officeart/2005/8/layout/hProcess9"/>
    <dgm:cxn modelId="{3FBCDCA2-4434-4620-8AC3-88DAEFEF371F}" type="presParOf" srcId="{157268A7-B100-446A-B960-2B304ABFFF99}" destId="{C4F4EE1F-96E2-4AF6-AADE-F73DE8765065}" srcOrd="7" destOrd="0" presId="urn:microsoft.com/office/officeart/2005/8/layout/hProcess9"/>
    <dgm:cxn modelId="{77165C08-C027-47C2-B2F4-A7616DB0D955}" type="presParOf" srcId="{157268A7-B100-446A-B960-2B304ABFFF99}" destId="{3C98291B-1C0F-4636-A59A-ABC9BB08B598}" srcOrd="8" destOrd="0" presId="urn:microsoft.com/office/officeart/2005/8/layout/hProcess9"/>
    <dgm:cxn modelId="{1F6861C5-DA50-4A9E-803E-762C6FBECB80}" type="presParOf" srcId="{157268A7-B100-446A-B960-2B304ABFFF99}" destId="{8D399C33-ADA8-4838-9526-5616BD9C6D53}" srcOrd="9" destOrd="0" presId="urn:microsoft.com/office/officeart/2005/8/layout/hProcess9"/>
    <dgm:cxn modelId="{31EB83BE-7F36-4D41-A1EE-AAE6029D2F33}" type="presParOf" srcId="{157268A7-B100-446A-B960-2B304ABFFF99}" destId="{FA57F57C-B939-4CAA-A792-932088E57CC3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8B65C-3F46-4A79-A32A-138D57B39161}">
      <dsp:nvSpPr>
        <dsp:cNvPr id="0" name=""/>
        <dsp:cNvSpPr/>
      </dsp:nvSpPr>
      <dsp:spPr>
        <a:xfrm>
          <a:off x="836533" y="0"/>
          <a:ext cx="9480708" cy="36576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86E76-B1A5-4D08-A12A-3C58C708D4FF}">
      <dsp:nvSpPr>
        <dsp:cNvPr id="0" name=""/>
        <dsp:cNvSpPr/>
      </dsp:nvSpPr>
      <dsp:spPr>
        <a:xfrm>
          <a:off x="179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Creado(</a:t>
          </a:r>
          <a:r>
            <a:rPr lang="es-ES" sz="900" kern="1200" err="1"/>
            <a:t>created</a:t>
          </a:r>
          <a:r>
            <a:rPr lang="es-ES" sz="900" kern="1200"/>
            <a:t>)</a:t>
          </a:r>
        </a:p>
      </dsp:txBody>
      <dsp:txXfrm>
        <a:off x="73216" y="1168699"/>
        <a:ext cx="1635192" cy="1320200"/>
      </dsp:txXfrm>
    </dsp:sp>
    <dsp:sp modelId="{2D2A8D22-53AF-42EF-83FA-DB1D45DA974D}">
      <dsp:nvSpPr>
        <dsp:cNvPr id="0" name=""/>
        <dsp:cNvSpPr/>
      </dsp:nvSpPr>
      <dsp:spPr>
        <a:xfrm>
          <a:off x="187622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Aprobado(</a:t>
          </a:r>
          <a:r>
            <a:rPr lang="es-ES" sz="900" kern="1200" err="1"/>
            <a:t>approved</a:t>
          </a:r>
          <a:r>
            <a:rPr lang="es-ES" sz="900" kern="1200"/>
            <a:t>)</a:t>
          </a:r>
        </a:p>
      </dsp:txBody>
      <dsp:txXfrm>
        <a:off x="1947646" y="1168699"/>
        <a:ext cx="1635192" cy="1320200"/>
      </dsp:txXfrm>
    </dsp:sp>
    <dsp:sp modelId="{988C27A5-B8E0-4A09-933E-832C1E656CE5}">
      <dsp:nvSpPr>
        <dsp:cNvPr id="0" name=""/>
        <dsp:cNvSpPr/>
      </dsp:nvSpPr>
      <dsp:spPr>
        <a:xfrm>
          <a:off x="375065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Procesando(</a:t>
          </a:r>
          <a:r>
            <a:rPr lang="es-ES" sz="900" kern="1200" err="1"/>
            <a:t>processing</a:t>
          </a:r>
          <a:r>
            <a:rPr lang="es-ES" sz="900" kern="1200"/>
            <a:t>)</a:t>
          </a:r>
        </a:p>
      </dsp:txBody>
      <dsp:txXfrm>
        <a:off x="3822076" y="1168699"/>
        <a:ext cx="1635192" cy="1320200"/>
      </dsp:txXfrm>
    </dsp:sp>
    <dsp:sp modelId="{70553823-24D3-4CC4-9C56-194ADEDCF706}">
      <dsp:nvSpPr>
        <dsp:cNvPr id="0" name=""/>
        <dsp:cNvSpPr/>
      </dsp:nvSpPr>
      <dsp:spPr>
        <a:xfrm>
          <a:off x="562508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Enviado(</a:t>
          </a:r>
          <a:r>
            <a:rPr lang="es-ES" sz="900" kern="1200" err="1"/>
            <a:t>shipped</a:t>
          </a:r>
          <a:r>
            <a:rPr lang="es-ES" sz="900" kern="1200"/>
            <a:t>)</a:t>
          </a:r>
        </a:p>
      </dsp:txBody>
      <dsp:txXfrm>
        <a:off x="5696506" y="1168699"/>
        <a:ext cx="1635192" cy="1320200"/>
      </dsp:txXfrm>
    </dsp:sp>
    <dsp:sp modelId="{3C98291B-1C0F-4636-A59A-ABC9BB08B598}">
      <dsp:nvSpPr>
        <dsp:cNvPr id="0" name=""/>
        <dsp:cNvSpPr/>
      </dsp:nvSpPr>
      <dsp:spPr>
        <a:xfrm>
          <a:off x="749951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Entregado(</a:t>
          </a:r>
          <a:r>
            <a:rPr lang="es-ES" sz="900" kern="1200" err="1"/>
            <a:t>delivered</a:t>
          </a:r>
          <a:r>
            <a:rPr lang="es-ES" sz="900" kern="1200"/>
            <a:t>)</a:t>
          </a:r>
        </a:p>
      </dsp:txBody>
      <dsp:txXfrm>
        <a:off x="7570936" y="1168699"/>
        <a:ext cx="1635192" cy="1320200"/>
      </dsp:txXfrm>
    </dsp:sp>
    <dsp:sp modelId="{FA57F57C-B939-4CAA-A792-932088E57CC3}">
      <dsp:nvSpPr>
        <dsp:cNvPr id="0" name=""/>
        <dsp:cNvSpPr/>
      </dsp:nvSpPr>
      <dsp:spPr>
        <a:xfrm>
          <a:off x="9373946" y="1097279"/>
          <a:ext cx="1778032" cy="1463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900" kern="1200"/>
            <a:t>Facturado(</a:t>
          </a:r>
          <a:r>
            <a:rPr lang="es-ES" sz="900" kern="1200" err="1"/>
            <a:t>invoiced</a:t>
          </a:r>
          <a:r>
            <a:rPr lang="es-ES" sz="900" kern="1200"/>
            <a:t>)</a:t>
          </a:r>
        </a:p>
      </dsp:txBody>
      <dsp:txXfrm>
        <a:off x="9445366" y="1168699"/>
        <a:ext cx="1635192" cy="1320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9D8C8A-4547-EF5F-25E3-357DDDC190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812C01-7867-498B-85C0-0FE049683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59AD45-86D9-4CC9-99CB-998C8F32073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C50E94-C79A-AB47-81EB-EF243156DB8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F5AA79D-F0CE-CFD4-1536-4C09AC690D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B41A65-69FB-4A4C-8553-8E51B41124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7508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E7601-CF41-4247-B356-9852E3D72EB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924B5-8EA3-4AA0-896A-2577CA9CDC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9998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CDA8F7-DD2E-B670-C23F-7D6F01A71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24B10-988F-401C-8765-C4317C246780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D65EC7-4B1F-CE94-9AE9-3C79C4740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31083E-413A-DB42-2E35-82DCD41E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C428D4-D2CE-2492-746B-4F5FC6EA9731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2D317E"/>
              </a:solidFill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54B505E4-4313-B324-5045-9527FFA9BD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396" y="1086955"/>
            <a:ext cx="4338698" cy="1061368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F557FCA6-FFE2-8603-57C8-314596C4A9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4146" y="830874"/>
            <a:ext cx="761490" cy="153611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8EB970F-13A3-A03C-9186-EC99EEDE85A1}"/>
              </a:ext>
            </a:extLst>
          </p:cNvPr>
          <p:cNvSpPr txBox="1"/>
          <p:nvPr userDrawn="1"/>
        </p:nvSpPr>
        <p:spPr>
          <a:xfrm>
            <a:off x="6773476" y="1086955"/>
            <a:ext cx="4658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</a:rPr>
              <a:t>Universidad </a:t>
            </a:r>
          </a:p>
          <a:p>
            <a:pPr algn="l"/>
            <a:r>
              <a:rPr lang="en-US" sz="3200">
                <a:solidFill>
                  <a:schemeClr val="bg1"/>
                </a:solidFill>
              </a:rPr>
              <a:t>Mayor de San </a:t>
            </a:r>
            <a:r>
              <a:rPr lang="en-US" sz="3200" b="1" i="0">
                <a:solidFill>
                  <a:schemeClr val="bg1"/>
                </a:solidFill>
                <a:effectLst/>
                <a:latin typeface="Montserrat SemiBold" pitchFamily="2" charset="0"/>
              </a:rPr>
              <a:t>Andrés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823DA3F9-017B-0139-44B2-6880A4D06F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2569" y="2761456"/>
            <a:ext cx="9186862" cy="667544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INSERTAR TITULO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8328965F-C1FC-DF7B-1A3F-1FA96BF869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46213" y="3657600"/>
            <a:ext cx="9299575" cy="500332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 de Cap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FF416AC9-E982-A9A8-FD64-D541159E6433}"/>
              </a:ext>
            </a:extLst>
          </p:cNvPr>
          <p:cNvSpPr/>
          <p:nvPr userDrawn="1"/>
        </p:nvSpPr>
        <p:spPr>
          <a:xfrm>
            <a:off x="4038600" y="0"/>
            <a:ext cx="8153400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A1BE6DF-30D2-C360-2C5D-FF22AA46BF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811" y="5765402"/>
            <a:ext cx="2170978" cy="748941"/>
          </a:xfrm>
          <a:prstGeom prst="rect">
            <a:avLst/>
          </a:prstGeom>
        </p:spPr>
      </p:pic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C588639C-11D1-F0A2-EEE3-A7C7DDD56E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038600" cy="5421745"/>
          </a:xfrm>
        </p:spPr>
        <p:txBody>
          <a:bodyPr/>
          <a:lstStyle>
            <a:lvl1pPr>
              <a:defRPr/>
            </a:lvl1pPr>
          </a:lstStyle>
          <a:p>
            <a:r>
              <a:rPr lang="en-US" err="1"/>
              <a:t>Inserte</a:t>
            </a:r>
            <a:r>
              <a:rPr lang="en-US"/>
              <a:t> imagen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icono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F4EFC7-BBA9-8542-D5C1-98F37924EF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4213" y="1367790"/>
            <a:ext cx="7315200" cy="3090999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</a:t>
            </a:r>
            <a:r>
              <a:rPr lang="en-US"/>
              <a:t> </a:t>
            </a:r>
          </a:p>
          <a:p>
            <a:pPr lvl="0"/>
            <a:r>
              <a:rPr lang="en-US"/>
              <a:t>Tu </a:t>
            </a:r>
          </a:p>
          <a:p>
            <a:pPr lvl="0"/>
            <a:r>
              <a:rPr lang="en-US" err="1"/>
              <a:t>Titulo</a:t>
            </a:r>
            <a:r>
              <a:rPr lang="en-US"/>
              <a:t> </a:t>
            </a:r>
          </a:p>
          <a:p>
            <a:pPr lvl="0"/>
            <a:r>
              <a:rPr lang="en-US" err="1"/>
              <a:t>aqui</a:t>
            </a:r>
            <a:endParaRPr lang="en-U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79D1506-9684-DF9F-9C62-A95ABFE21F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94213" y="4580708"/>
            <a:ext cx="7315200" cy="496389"/>
          </a:xfrm>
        </p:spPr>
        <p:txBody>
          <a:bodyPr>
            <a:normAutofit/>
          </a:bodyPr>
          <a:lstStyle>
            <a:lvl1pPr marL="0" indent="0">
              <a:buNone/>
              <a:defRPr sz="2470">
                <a:solidFill>
                  <a:schemeClr val="bg1"/>
                </a:solidFill>
                <a:latin typeface="Montserrat 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19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cion del doc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5B8CBC4-D1FB-B094-C097-A9EF9A72E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C09B-2548-47A7-94E1-167DCEBB7E43}" type="datetime1">
              <a:rPr lang="en-US" smtClean="0"/>
              <a:t>11/15/2025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62C1023-0E88-0C8B-ED1B-275CA252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BDB0A7E-5F1F-E01E-187E-15BFAC39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E5FCC1A-90F8-8FB5-46D4-032BC5DE6B78}"/>
              </a:ext>
            </a:extLst>
          </p:cNvPr>
          <p:cNvSpPr/>
          <p:nvPr userDrawn="1"/>
        </p:nvSpPr>
        <p:spPr>
          <a:xfrm>
            <a:off x="0" y="0"/>
            <a:ext cx="2505075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D6B2A27-F789-40D8-8662-64C67CEA4D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5362" y="1481931"/>
            <a:ext cx="3019425" cy="3760787"/>
          </a:xfrm>
        </p:spPr>
        <p:txBody>
          <a:bodyPr/>
          <a:lstStyle>
            <a:lvl1pPr>
              <a:defRPr>
                <a:solidFill>
                  <a:srgbClr val="CBCDED"/>
                </a:solidFill>
              </a:defRPr>
            </a:lvl1pPr>
          </a:lstStyle>
          <a:p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fotografia</a:t>
            </a:r>
            <a:endParaRPr lang="en-US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70867292-9BF1-E75C-0249-3ABD21D74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7525" y="517128"/>
            <a:ext cx="1830024" cy="447675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6F2239-ADDA-33D5-35B0-033B219787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8313" y="1481931"/>
            <a:ext cx="7435850" cy="543943"/>
          </a:xfrm>
        </p:spPr>
        <p:txBody>
          <a:bodyPr>
            <a:noAutofit/>
          </a:bodyPr>
          <a:lstStyle>
            <a:lvl1pPr marL="0" indent="0">
              <a:buNone/>
              <a:defRPr sz="4000"/>
            </a:lvl1pPr>
          </a:lstStyle>
          <a:p>
            <a:pPr lvl="0"/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nombre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5AD4600-4000-95B5-AE87-03B3925991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78313" y="2183053"/>
            <a:ext cx="7496175" cy="543944"/>
          </a:xfrm>
        </p:spPr>
        <p:txBody>
          <a:bodyPr>
            <a:normAutofit/>
          </a:bodyPr>
          <a:lstStyle>
            <a:lvl1pPr marL="0" indent="0">
              <a:buNone/>
              <a:defRPr sz="1530"/>
            </a:lvl1pPr>
          </a:lstStyle>
          <a:p>
            <a:pPr lvl="0"/>
            <a:r>
              <a:rPr lang="en-US" err="1"/>
              <a:t>Inserte</a:t>
            </a:r>
            <a:r>
              <a:rPr lang="en-US"/>
              <a:t> su </a:t>
            </a:r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aqui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3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BED851-B9DA-14C8-4FBC-B9FC269E5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CDCCD-EAB5-4829-BBD2-3B9C32726E18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86B115-359D-87D3-2C3B-C413CF6B4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AEE83C-ECB6-D4FC-40D5-0799CD16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C248CC-247C-55D4-EC7A-AFE5B743E655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6C9A1E-78CA-DD3A-4D50-139863BFC82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rgbClr val="E9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E791519-6CE9-EF44-629F-3C9595D01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34C959A3-E508-B995-2883-BF0B0BC6C7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0"/>
            <a:ext cx="11277600" cy="22336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00E3DF-0B75-8841-E065-BA940A372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75606" y="3528503"/>
            <a:ext cx="3811588" cy="715393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err="1"/>
              <a:t>Contenido</a:t>
            </a:r>
            <a:endParaRPr lang="en-US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492EAFD7-E9BE-42F9-33A5-2CC846A47B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75606" y="4823393"/>
            <a:ext cx="3811588" cy="447347"/>
          </a:xfrm>
        </p:spPr>
        <p:txBody>
          <a:bodyPr>
            <a:normAutofit/>
          </a:bodyPr>
          <a:lstStyle>
            <a:lvl1pPr marL="0" indent="0">
              <a:buNone/>
              <a:defRPr sz="2470">
                <a:latin typeface="Montserrat ExtraBold" pitchFamily="2" charset="0"/>
              </a:defRPr>
            </a:lvl1pPr>
          </a:lstStyle>
          <a:p>
            <a:pPr lvl="0"/>
            <a:r>
              <a:rPr lang="en-US"/>
              <a:t>20/05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E4954975-C756-55AB-B2BF-B087931E6C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04806" y="2657384"/>
            <a:ext cx="3811588" cy="3113688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530">
                <a:latin typeface="Montserrat "/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308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E1534-735E-36A3-788B-9BC14A3B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42B2B-B0B9-40F8-9347-ACF79BE3708B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47154B-31D9-2233-397D-7D686B4D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0E67EC-E5B7-DF57-623B-B14E7235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8AB34D7-EB32-2291-E23A-F241D27897D8}"/>
              </a:ext>
            </a:extLst>
          </p:cNvPr>
          <p:cNvSpPr/>
          <p:nvPr userDrawn="1"/>
        </p:nvSpPr>
        <p:spPr>
          <a:xfrm>
            <a:off x="8763001" y="3429000"/>
            <a:ext cx="3429000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253C2D0-13EC-8C07-C5AE-0AA065BB94C9}"/>
              </a:ext>
            </a:extLst>
          </p:cNvPr>
          <p:cNvSpPr/>
          <p:nvPr userDrawn="1"/>
        </p:nvSpPr>
        <p:spPr>
          <a:xfrm>
            <a:off x="5334001" y="0"/>
            <a:ext cx="3429000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D696AE0-4516-CF32-26B1-83A3562CF7C6}"/>
              </a:ext>
            </a:extLst>
          </p:cNvPr>
          <p:cNvSpPr/>
          <p:nvPr userDrawn="1"/>
        </p:nvSpPr>
        <p:spPr>
          <a:xfrm>
            <a:off x="-1" y="3429000"/>
            <a:ext cx="5334001" cy="3429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arcador de posición de imagen 10">
            <a:extLst>
              <a:ext uri="{FF2B5EF4-FFF2-40B4-BE49-F238E27FC236}">
                <a16:creationId xmlns:a16="http://schemas.microsoft.com/office/drawing/2014/main" id="{AE451036-78AB-A810-69BB-D0C619FCF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34000" y="3419476"/>
            <a:ext cx="3428999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47DE44F6-43AC-EE7E-0B83-23410BBF9F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762998" y="-9523"/>
            <a:ext cx="3428999" cy="3438524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Marcador de posición de imagen 14">
            <a:extLst>
              <a:ext uri="{FF2B5EF4-FFF2-40B4-BE49-F238E27FC236}">
                <a16:creationId xmlns:a16="http://schemas.microsoft.com/office/drawing/2014/main" id="{F0364417-78DE-A639-CFBE-116FC629FE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-9525"/>
            <a:ext cx="5334000" cy="3438524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Marcador de texto 19">
            <a:extLst>
              <a:ext uri="{FF2B5EF4-FFF2-40B4-BE49-F238E27FC236}">
                <a16:creationId xmlns:a16="http://schemas.microsoft.com/office/drawing/2014/main" id="{4B4773C9-C168-BE6F-704F-6DEAB7703BE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2938" y="3692524"/>
            <a:ext cx="3395662" cy="210309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</a:p>
          <a:p>
            <a:pPr lvl="0"/>
            <a:r>
              <a:rPr lang="en-US" err="1"/>
              <a:t>Titulo</a:t>
            </a:r>
            <a:r>
              <a:rPr lang="en-US"/>
              <a:t> </a:t>
            </a:r>
          </a:p>
          <a:p>
            <a:pPr lvl="0"/>
            <a:r>
              <a:rPr lang="en-US" err="1"/>
              <a:t>Aqui</a:t>
            </a:r>
            <a:endParaRPr lang="en-US"/>
          </a:p>
        </p:txBody>
      </p:sp>
      <p:sp>
        <p:nvSpPr>
          <p:cNvPr id="22" name="Marcador de texto 21">
            <a:extLst>
              <a:ext uri="{FF2B5EF4-FFF2-40B4-BE49-F238E27FC236}">
                <a16:creationId xmlns:a16="http://schemas.microsoft.com/office/drawing/2014/main" id="{0F01AFBB-43A8-C4BA-2374-91321E122F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2939" y="5795963"/>
            <a:ext cx="3395662" cy="560387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es-ES"/>
              <a:t>Insertar texto</a:t>
            </a:r>
            <a:endParaRPr lang="en-US"/>
          </a:p>
        </p:txBody>
      </p:sp>
      <p:sp>
        <p:nvSpPr>
          <p:cNvPr id="24" name="Marcador de texto 23">
            <a:extLst>
              <a:ext uri="{FF2B5EF4-FFF2-40B4-BE49-F238E27FC236}">
                <a16:creationId xmlns:a16="http://schemas.microsoft.com/office/drawing/2014/main" id="{0712D5CC-74EF-624D-F9D9-AD852016202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67375" y="404814"/>
            <a:ext cx="1441450" cy="73387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Montserrat "/>
              </a:defRPr>
            </a:lvl1pPr>
            <a:lvl5pPr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8" name="Marcador de texto 27">
            <a:extLst>
              <a:ext uri="{FF2B5EF4-FFF2-40B4-BE49-F238E27FC236}">
                <a16:creationId xmlns:a16="http://schemas.microsoft.com/office/drawing/2014/main" id="{2B63B32C-F883-2171-D122-AD76C3E7F8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67375" y="1276350"/>
            <a:ext cx="2820988" cy="1803400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  <p:sp>
        <p:nvSpPr>
          <p:cNvPr id="29" name="Marcador de texto 23">
            <a:extLst>
              <a:ext uri="{FF2B5EF4-FFF2-40B4-BE49-F238E27FC236}">
                <a16:creationId xmlns:a16="http://schemas.microsoft.com/office/drawing/2014/main" id="{042F4754-EF41-D025-3469-BA1615E066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05105" y="3747297"/>
            <a:ext cx="1441450" cy="733874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  <a:latin typeface="Montserrat "/>
              </a:defRPr>
            </a:lvl1pPr>
            <a:lvl5pPr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30" name="Marcador de texto 27">
            <a:extLst>
              <a:ext uri="{FF2B5EF4-FFF2-40B4-BE49-F238E27FC236}">
                <a16:creationId xmlns:a16="http://schemas.microsoft.com/office/drawing/2014/main" id="{DB42C493-6EB5-C614-7CCB-6B1E674292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05105" y="4618833"/>
            <a:ext cx="2820988" cy="1803400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Insertar</a:t>
            </a:r>
            <a:r>
              <a:rPr lang="en-US"/>
              <a:t> </a:t>
            </a:r>
            <a:r>
              <a:rPr lang="en-US" err="1"/>
              <a:t>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5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hoja compl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AF690D-9792-FF99-DE0F-334B0389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45CAA-5BF7-4029-B195-921B8B125CF7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EFC4AC-EDB0-067F-1C2E-368A1734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30F63F-EC82-8A77-D83A-3C230AA9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12E59B-4F57-C1C0-519F-5A9E8BB7B8B1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7D49D9-5E23-FD6D-D3DB-A2DB840D85ED}"/>
              </a:ext>
            </a:extLst>
          </p:cNvPr>
          <p:cNvSpPr/>
          <p:nvPr userDrawn="1"/>
        </p:nvSpPr>
        <p:spPr>
          <a:xfrm rot="16200000">
            <a:off x="6096000" y="-5181600"/>
            <a:ext cx="914400" cy="11277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51770E66-71F1-D2E6-0336-88967EC28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6C61A55-061A-3A0D-FEDF-C145E57E8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6600" y="176212"/>
            <a:ext cx="817880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502E80B-7129-CFD7-51E1-6FBCEA2B1E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250" y="1889185"/>
            <a:ext cx="11050588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8EE0F70-3F07-5FD5-2015-16EDA3CCA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50" y="1258888"/>
            <a:ext cx="11093450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B040CD7-DE14-5DDC-85B4-7272E779AA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8879" y="6186487"/>
            <a:ext cx="1604959" cy="53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58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bl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1AF690D-9792-FF99-DE0F-334B03899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45CAA-5BF7-4029-B195-921B8B125CF7}" type="datetime1">
              <a:rPr lang="en-US" smtClean="0"/>
              <a:t>11/15/2025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EFC4AC-EDB0-067F-1C2E-368A17340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30F63F-EC82-8A77-D83A-3C230AA9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A12E59B-4F57-C1C0-519F-5A9E8BB7B8B1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87D49D9-5E23-FD6D-D3DB-A2DB840D85ED}"/>
              </a:ext>
            </a:extLst>
          </p:cNvPr>
          <p:cNvSpPr/>
          <p:nvPr userDrawn="1"/>
        </p:nvSpPr>
        <p:spPr>
          <a:xfrm rot="16200000">
            <a:off x="6096000" y="-5181600"/>
            <a:ext cx="914400" cy="11277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51770E66-71F1-D2E6-0336-88967EC28C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76C61A55-061A-3A0D-FEDF-C145E57E89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06600" y="176212"/>
            <a:ext cx="817880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9502E80B-7129-CFD7-51E1-6FBCEA2B1ED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3250" y="1841529"/>
            <a:ext cx="4630601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78EE0F70-3F07-5FD5-2015-16EDA3CCAF8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50" y="1258888"/>
            <a:ext cx="11093450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5B040CD7-DE14-5DDC-85B4-7272E779AA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48879" y="6186487"/>
            <a:ext cx="1604959" cy="534986"/>
          </a:xfrm>
          <a:prstGeom prst="rect">
            <a:avLst/>
          </a:prstGeom>
        </p:spPr>
      </p:pic>
      <p:sp>
        <p:nvSpPr>
          <p:cNvPr id="8" name="Marcador de texto 10">
            <a:extLst>
              <a:ext uri="{FF2B5EF4-FFF2-40B4-BE49-F238E27FC236}">
                <a16:creationId xmlns:a16="http://schemas.microsoft.com/office/drawing/2014/main" id="{BDA7E744-BF18-228B-9E90-4C0E6547AA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5299" y="1841529"/>
            <a:ext cx="4630601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AD432-C358-E22D-FEA9-46596F60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4F715-6807-4443-8E70-66E74FE7EF42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66B76-28D5-A665-8DD2-3615644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4C699F-1D0C-4048-B6E5-51B1A33E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857DB6-E145-4E9D-6EC4-8071FE68EF39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848C44-271D-9FE5-D701-904A5164429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72F8816-0341-2EAB-D6E6-660D42917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AE4217DC-BB71-8647-BD2B-82FB90F92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-1774419" y="3144837"/>
            <a:ext cx="442831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3" name="Marcador de texto 10">
            <a:extLst>
              <a:ext uri="{FF2B5EF4-FFF2-40B4-BE49-F238E27FC236}">
                <a16:creationId xmlns:a16="http://schemas.microsoft.com/office/drawing/2014/main" id="{0E9C3ADD-CDE6-A6F7-6B96-C38FC5F267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3810" y="1374121"/>
            <a:ext cx="10230213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C6F47F92-2485-6664-3B4B-FCAE6E45C9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3810" y="743824"/>
            <a:ext cx="10269893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1AD432-C358-E22D-FEA9-46596F606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4F715-6807-4443-8E70-66E74FE7EF42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66B76-28D5-A665-8DD2-36156441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4C699F-1D0C-4048-B6E5-51B1A33E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8857DB6-E145-4E9D-6EC4-8071FE68EF39}"/>
              </a:ext>
            </a:extLst>
          </p:cNvPr>
          <p:cNvSpPr/>
          <p:nvPr userDrawn="1"/>
        </p:nvSpPr>
        <p:spPr>
          <a:xfrm>
            <a:off x="0" y="0"/>
            <a:ext cx="9144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E848C44-271D-9FE5-D701-904A5164429A}"/>
              </a:ext>
            </a:extLst>
          </p:cNvPr>
          <p:cNvSpPr/>
          <p:nvPr userDrawn="1"/>
        </p:nvSpPr>
        <p:spPr>
          <a:xfrm>
            <a:off x="0" y="914400"/>
            <a:ext cx="914400" cy="59436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272F8816-0341-2EAB-D6E6-660D429170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1793" y="176213"/>
            <a:ext cx="522107" cy="567611"/>
          </a:xfrm>
          <a:prstGeom prst="rect">
            <a:avLst/>
          </a:prstGeom>
        </p:spPr>
      </p:pic>
      <p:sp>
        <p:nvSpPr>
          <p:cNvPr id="2" name="Marcador de texto 8">
            <a:extLst>
              <a:ext uri="{FF2B5EF4-FFF2-40B4-BE49-F238E27FC236}">
                <a16:creationId xmlns:a16="http://schemas.microsoft.com/office/drawing/2014/main" id="{AE4217DC-BB71-8647-BD2B-82FB90F92F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5400000">
            <a:off x="-1774419" y="3144837"/>
            <a:ext cx="4428310" cy="568325"/>
          </a:xfrm>
        </p:spPr>
        <p:txBody>
          <a:bodyPr>
            <a:normAutofit/>
          </a:bodyPr>
          <a:lstStyle>
            <a:lvl1pPr marL="0" indent="0" algn="ctr">
              <a:buNone/>
              <a:defRPr sz="247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Titulo</a:t>
            </a:r>
            <a:r>
              <a:rPr lang="en-US"/>
              <a:t> del </a:t>
            </a:r>
            <a:r>
              <a:rPr lang="en-US" err="1"/>
              <a:t>tema</a:t>
            </a:r>
            <a:endParaRPr lang="en-US"/>
          </a:p>
        </p:txBody>
      </p:sp>
      <p:sp>
        <p:nvSpPr>
          <p:cNvPr id="3" name="Marcador de texto 10">
            <a:extLst>
              <a:ext uri="{FF2B5EF4-FFF2-40B4-BE49-F238E27FC236}">
                <a16:creationId xmlns:a16="http://schemas.microsoft.com/office/drawing/2014/main" id="{EA613620-E374-91D5-AE91-5BA1E2B32C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3810" y="1374121"/>
            <a:ext cx="10230213" cy="4297303"/>
          </a:xfrm>
        </p:spPr>
        <p:txBody>
          <a:bodyPr>
            <a:normAutofit/>
          </a:bodyPr>
          <a:lstStyle>
            <a:lvl1pPr marL="0" indent="0">
              <a:buNone/>
              <a:defRPr sz="1530">
                <a:latin typeface="Montserrat "/>
              </a:defRPr>
            </a:lvl1pPr>
          </a:lstStyle>
          <a:p>
            <a:pPr lvl="0"/>
            <a:r>
              <a:rPr lang="es-ES"/>
              <a:t>Contenido</a:t>
            </a:r>
            <a:endParaRPr lang="en-US"/>
          </a:p>
        </p:txBody>
      </p:sp>
      <p:sp>
        <p:nvSpPr>
          <p:cNvPr id="7" name="Marcador de texto 12">
            <a:extLst>
              <a:ext uri="{FF2B5EF4-FFF2-40B4-BE49-F238E27FC236}">
                <a16:creationId xmlns:a16="http://schemas.microsoft.com/office/drawing/2014/main" id="{1B87546A-4A19-016D-5754-8EA013DE099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3810" y="743824"/>
            <a:ext cx="10269893" cy="534987"/>
          </a:xfrm>
        </p:spPr>
        <p:txBody>
          <a:bodyPr>
            <a:noAutofit/>
          </a:bodyPr>
          <a:lstStyle>
            <a:lvl1pPr marL="0" indent="0">
              <a:buNone/>
              <a:defRPr sz="2470">
                <a:latin typeface="+mj-lt"/>
              </a:defRPr>
            </a:lvl1pPr>
          </a:lstStyle>
          <a:p>
            <a:pPr lvl="0"/>
            <a:r>
              <a:rPr lang="en-US" err="1"/>
              <a:t>Titulo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47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Vari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71664FF-5C22-5E99-F49E-B8F5A1FBC905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94F434-A6A8-F9C6-ECD1-FE4637622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s-ES"/>
              <a:t>Titulo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0505B12-121B-95B6-3977-98603224B5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27222" y="987425"/>
            <a:ext cx="472816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2055DD-EF92-1A2A-287D-236926BBECE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Texto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672752-0BF7-4526-991A-2E214D88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3389F-005A-47A5-BEAA-64C65CA7CE55}" type="datetime1">
              <a:rPr lang="en-US" smtClean="0"/>
              <a:t>11/15/2025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D514A2-78D2-2BD0-D424-EEF01189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39729D-0B81-FD51-CF25-DC70BE728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8791EA5-D238-38F9-509C-A93A2D92B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6186489"/>
            <a:ext cx="1604959" cy="53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73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C5DF8E-9D07-8467-5C83-FC9D8DEDA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ED844-CB79-4263-A9D9-2A6078EFE746}" type="datetime1">
              <a:rPr lang="en-US" smtClean="0"/>
              <a:t>11/15/2025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90785E-8DEC-BD9F-2FF5-C45891D07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1E7041-A419-1323-3042-DF2991E2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12809BA-0869-E924-595B-1B6C91E9847C}"/>
              </a:ext>
            </a:extLst>
          </p:cNvPr>
          <p:cNvSpPr/>
          <p:nvPr userDrawn="1"/>
        </p:nvSpPr>
        <p:spPr>
          <a:xfrm>
            <a:off x="6096001" y="0"/>
            <a:ext cx="6096000" cy="6857999"/>
          </a:xfrm>
          <a:prstGeom prst="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873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2CDCD-6BC2-EC3A-3363-53DF0EC1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2E75770-292C-171D-5F12-FB5AD3F6B6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00129-D3E1-74BE-F190-AFEEA400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BEFEB-B828-486B-B65E-9C7DFBB23D69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F6D5D3-4387-6C43-DF11-A9F0CCF8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AC8E7B-E415-4030-9279-DC617FB5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07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C54FEF0-480B-B653-7913-58D2C7268A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C85649-2CDE-14A4-D565-EF2274E98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E1FB7E-32B4-4664-050A-43F1542D0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1E4B0-8A2C-44A5-BD9A-3420DE1C30E4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219DA4-B470-4EE6-473D-080E3EB00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0F0152-0602-3514-E3E3-7A97C32E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7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A2E11DB-4B81-A335-A893-205457FC0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D32068-62AE-9B51-7655-476471DE4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3BDA5D-00F8-E71B-1EBC-071D634B9F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A041-54C8-461C-9A22-4FD387F84E76}" type="datetime1">
              <a:rPr lang="en-US" smtClean="0"/>
              <a:t>11/15/2025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A2A0DA-6D4E-E53B-495F-4E4E7DD43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E4D2E7-F7DC-F8A7-78F7-112B6C948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EA627-8E78-4523-8AD6-2E64EB270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023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3" r:id="rId3"/>
    <p:sldLayoutId id="2147483652" r:id="rId4"/>
    <p:sldLayoutId id="2147483649" r:id="rId5"/>
    <p:sldLayoutId id="2147483655" r:id="rId6"/>
    <p:sldLayoutId id="2147483660" r:id="rId7"/>
    <p:sldLayoutId id="2147483651" r:id="rId8"/>
    <p:sldLayoutId id="2147483661" r:id="rId9"/>
    <p:sldLayoutId id="2147483657" r:id="rId10"/>
    <p:sldLayoutId id="2147483654" r:id="rId11"/>
    <p:sldLayoutId id="2147483658" r:id="rId12"/>
    <p:sldLayoutId id="2147483659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 Black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0C90DAF-CA13-DBA5-0169-9713012F12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2569" y="2761456"/>
            <a:ext cx="9186862" cy="1230384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s-BO"/>
              <a:t>Optimización de Tiempos de Entrega</a:t>
            </a:r>
          </a:p>
          <a:p>
            <a:r>
              <a:rPr lang="es-BO"/>
              <a:t>DATASET OLIS</a:t>
            </a:r>
          </a:p>
          <a:p>
            <a:endParaRPr lang="es-BO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30AAA6E-A240-C28E-FFEC-FEED7A4EDE0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46213" y="4151168"/>
            <a:ext cx="9299575" cy="16260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2450"/>
              <a:t>Integrantes:</a:t>
            </a:r>
          </a:p>
          <a:p>
            <a:pPr>
              <a:lnSpc>
                <a:spcPct val="70000"/>
              </a:lnSpc>
            </a:pPr>
            <a:r>
              <a:rPr lang="en-US" sz="2450">
                <a:ea typeface="+mn-lt"/>
                <a:cs typeface="+mn-lt"/>
              </a:rPr>
              <a:t>EFRAIN ZENON SALINAS SANCHEZ</a:t>
            </a:r>
            <a:endParaRPr lang="en-US"/>
          </a:p>
          <a:p>
            <a:pPr>
              <a:lnSpc>
                <a:spcPct val="70000"/>
              </a:lnSpc>
            </a:pPr>
            <a:r>
              <a:rPr lang="en-US" sz="2450"/>
              <a:t>RODRIGO CARDENAS SANCHEZ</a:t>
            </a:r>
            <a:endParaRPr lang="en-US"/>
          </a:p>
          <a:p>
            <a:endParaRPr lang="en-US" sz="2450"/>
          </a:p>
        </p:txBody>
      </p:sp>
    </p:spTree>
    <p:extLst>
      <p:ext uri="{BB962C8B-B14F-4D97-AF65-F5344CB8AC3E}">
        <p14:creationId xmlns:p14="http://schemas.microsoft.com/office/powerpoint/2010/main" val="1554532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arcador de posición de imagen 2">
            <a:extLst>
              <a:ext uri="{FF2B5EF4-FFF2-40B4-BE49-F238E27FC236}">
                <a16:creationId xmlns:a16="http://schemas.microsoft.com/office/drawing/2014/main" id="{20A1908E-369F-2422-0BF2-CD3F36870F9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2753" r="12753"/>
          <a:stretch/>
        </p:blipFill>
        <p:spPr>
          <a:prstGeom prst="rect">
            <a:avLst/>
          </a:prstGeom>
        </p:spPr>
      </p:pic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B3CC2939-A649-A4CB-FFD6-B98F6FFB32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94213" y="1367790"/>
            <a:ext cx="7315200" cy="10907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/>
              <a:t>Descripción del </a:t>
            </a:r>
            <a:r>
              <a:rPr lang="es-BO" err="1"/>
              <a:t>Dataset</a:t>
            </a:r>
            <a:endParaRPr lang="es-BO"/>
          </a:p>
          <a:p>
            <a:endParaRPr lang="en-US"/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4D6ABB2B-E0C0-A468-8F0A-BC39AF1E150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94213" y="2363981"/>
            <a:ext cx="7315200" cy="27131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2450"/>
              <a:t>OLIST es un </a:t>
            </a:r>
            <a:r>
              <a:rPr lang="es-BO" sz="2450" err="1"/>
              <a:t>dataset</a:t>
            </a:r>
            <a:r>
              <a:rPr lang="es-BO" sz="2450"/>
              <a:t> de un </a:t>
            </a:r>
            <a:r>
              <a:rPr lang="es-BO" sz="2450" err="1"/>
              <a:t>Ecommerce</a:t>
            </a:r>
            <a:r>
              <a:rPr lang="es-BO" sz="2450"/>
              <a:t> brasilero, que contiene información de los pedidos en 09/2016 y 10/2018.</a:t>
            </a:r>
          </a:p>
        </p:txBody>
      </p:sp>
    </p:spTree>
    <p:extLst>
      <p:ext uri="{BB962C8B-B14F-4D97-AF65-F5344CB8AC3E}">
        <p14:creationId xmlns:p14="http://schemas.microsoft.com/office/powerpoint/2010/main" val="402687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91D403-98E1-F79F-0D60-16E49532D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95040" y="1473272"/>
            <a:ext cx="5219123" cy="1158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/>
              <a:t>Identificación del Problema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8167FF01-DBC4-2E06-231C-BE7D7E4ED6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6994" y="2789189"/>
            <a:ext cx="5227494" cy="22584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1500">
                <a:ea typeface="+mn-lt"/>
                <a:cs typeface="+mn-lt"/>
              </a:rPr>
              <a:t>Diferencia en los tiempos de entrega que impacta negativamente en la experiencia del cliente</a:t>
            </a:r>
            <a:endParaRPr lang="es-BO" sz="1500"/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id="{53BC9DA0-C14C-EBA9-9631-38231191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44" y="1134341"/>
            <a:ext cx="5801722" cy="380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19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4CC25-60B1-1F88-F98B-FF12DA93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94E4430-22F2-8D03-6B67-C81E88589A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599940" y="1473272"/>
            <a:ext cx="4114223" cy="1158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/>
              <a:t>Problemas específicos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5D67639-0267-5958-7754-0313EB4395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70944" y="2789189"/>
            <a:ext cx="4103544" cy="22584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>
                <a:ea typeface="+mn-lt"/>
                <a:cs typeface="+mn-lt"/>
              </a:rPr>
              <a:t>Predicción del tiempo de entrega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/>
              <a:t>Clientes insatisfechos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/>
              <a:t>Eficiencia de las empresas para preparar los envíos (operativa)</a:t>
            </a:r>
          </a:p>
        </p:txBody>
      </p:sp>
      <p:pic>
        <p:nvPicPr>
          <p:cNvPr id="2" name="Imagen 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065D82F-2CB7-1F0B-D424-2EDAA991B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064" y="1209675"/>
            <a:ext cx="7207873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41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AC8D-B67C-3205-C0FC-AF7EDB2D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AC8047-759F-F980-BECF-F5DC2E5489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46940" y="1473272"/>
            <a:ext cx="9067223" cy="11587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/>
              <a:t>Estados de una compra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E364B6F4-7323-47B1-1CB5-86B7E47700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4004210"/>
              </p:ext>
            </p:extLst>
          </p:nvPr>
        </p:nvGraphicFramePr>
        <p:xfrm>
          <a:off x="371475" y="2238375"/>
          <a:ext cx="11153775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52" name="Rectángulo: esquinas redondeadas 451">
            <a:extLst>
              <a:ext uri="{FF2B5EF4-FFF2-40B4-BE49-F238E27FC236}">
                <a16:creationId xmlns:a16="http://schemas.microsoft.com/office/drawing/2014/main" id="{1B0B8454-F479-20D6-6EDE-87F5B94BCEF6}"/>
              </a:ext>
            </a:extLst>
          </p:cNvPr>
          <p:cNvSpPr/>
          <p:nvPr/>
        </p:nvSpPr>
        <p:spPr>
          <a:xfrm>
            <a:off x="2705100" y="5505450"/>
            <a:ext cx="1952625" cy="914400"/>
          </a:xfrm>
          <a:prstGeom prst="round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>
                <a:solidFill>
                  <a:srgbClr val="CCCCCC"/>
                </a:solidFill>
                <a:ea typeface="+mn-lt"/>
                <a:cs typeface="+mn-lt"/>
              </a:rPr>
              <a:t>No disponible (</a:t>
            </a:r>
            <a:r>
              <a:rPr lang="es-ES" sz="1100" err="1">
                <a:solidFill>
                  <a:srgbClr val="CCCCCC"/>
                </a:solidFill>
                <a:ea typeface="+mn-lt"/>
                <a:cs typeface="+mn-lt"/>
              </a:rPr>
              <a:t>unavailable</a:t>
            </a:r>
            <a:r>
              <a:rPr lang="es-ES" sz="1100">
                <a:solidFill>
                  <a:srgbClr val="CCCCCC"/>
                </a:solidFill>
                <a:ea typeface="+mn-lt"/>
                <a:cs typeface="+mn-lt"/>
              </a:rPr>
              <a:t>)</a:t>
            </a:r>
            <a:endParaRPr lang="es-ES" err="1"/>
          </a:p>
        </p:txBody>
      </p:sp>
      <p:sp>
        <p:nvSpPr>
          <p:cNvPr id="533" name="Rectángulo: esquinas redondeadas 532">
            <a:extLst>
              <a:ext uri="{FF2B5EF4-FFF2-40B4-BE49-F238E27FC236}">
                <a16:creationId xmlns:a16="http://schemas.microsoft.com/office/drawing/2014/main" id="{73CA2189-777F-5698-693F-201F35CA52FC}"/>
              </a:ext>
            </a:extLst>
          </p:cNvPr>
          <p:cNvSpPr/>
          <p:nvPr/>
        </p:nvSpPr>
        <p:spPr>
          <a:xfrm>
            <a:off x="5381625" y="5505450"/>
            <a:ext cx="1952625" cy="914400"/>
          </a:xfrm>
          <a:prstGeom prst="roundRect">
            <a:avLst/>
          </a:prstGeom>
          <a:solidFill>
            <a:srgbClr val="2D31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100">
                <a:solidFill>
                  <a:srgbClr val="CCCCCC"/>
                </a:solidFill>
                <a:ea typeface="+mn-lt"/>
                <a:cs typeface="+mn-lt"/>
              </a:rPr>
              <a:t>Cancelado (</a:t>
            </a:r>
            <a:r>
              <a:rPr lang="es-ES" sz="1100" err="1">
                <a:solidFill>
                  <a:srgbClr val="CCCCCC"/>
                </a:solidFill>
                <a:ea typeface="+mn-lt"/>
                <a:cs typeface="+mn-lt"/>
              </a:rPr>
              <a:t>canceled</a:t>
            </a:r>
            <a:r>
              <a:rPr lang="es-ES" sz="1100">
                <a:solidFill>
                  <a:srgbClr val="CCCCCC"/>
                </a:solidFill>
                <a:ea typeface="+mn-lt"/>
                <a:cs typeface="+mn-lt"/>
              </a:rPr>
              <a:t>)</a:t>
            </a:r>
            <a:endParaRPr lang="es-ES" err="1"/>
          </a:p>
        </p:txBody>
      </p:sp>
    </p:spTree>
    <p:extLst>
      <p:ext uri="{BB962C8B-B14F-4D97-AF65-F5344CB8AC3E}">
        <p14:creationId xmlns:p14="http://schemas.microsoft.com/office/powerpoint/2010/main" val="273388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132E-71FE-4ECD-EDE8-82F012C8C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F6189FA2-8433-0550-A3A7-578BA11A11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95362" y="1481931"/>
            <a:ext cx="2058266" cy="3760787"/>
          </a:xfrm>
        </p:spPr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46E54BC-1DD0-5564-56EC-2FC0DC14F5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17154" y="1481931"/>
            <a:ext cx="8397009" cy="5439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err="1"/>
              <a:t>Hipotesis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993EEE3-7E7F-0A93-0602-A1CE2B7770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65200" y="2183053"/>
            <a:ext cx="8509288" cy="23155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BO" sz="1500" dirty="0">
                <a:ea typeface="+mn-lt"/>
                <a:cs typeface="+mn-lt"/>
              </a:rPr>
              <a:t>La implementación de un sistema de optimización logística basado en análisis de datos reducirá significativamente los tiempos de entrega y mejorará la predictibilidad, resultando en mayor satisfacción del cliente y eficiencia operativa.</a:t>
            </a:r>
            <a:endParaRPr lang="es-BO" sz="1500" dirty="0"/>
          </a:p>
          <a:p>
            <a:r>
              <a:rPr lang="es-BO" sz="1500"/>
              <a:t>(</a:t>
            </a:r>
            <a:r>
              <a:rPr lang="es-BO" sz="1500">
                <a:ea typeface="+mn-lt"/>
                <a:cs typeface="+mn-lt"/>
              </a:rPr>
              <a:t>compra, aprobación, entrega transporte, entrega al cliente</a:t>
            </a:r>
            <a:r>
              <a:rPr lang="es-BO" sz="15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56210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1CC6-CAE7-6910-92B2-0CADF659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B95B189-CF3F-5315-98D2-7CAFBA443C1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45979" y="1481931"/>
            <a:ext cx="6368184" cy="5439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/>
              <a:t>Temporalidad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AEEFBE8-A629-882A-B8B7-E9AEEBC0A2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65200" y="2183053"/>
            <a:ext cx="8509288" cy="231559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BO" sz="1500"/>
          </a:p>
          <a:p>
            <a:endParaRPr lang="en-US" sz="1500"/>
          </a:p>
        </p:txBody>
      </p:sp>
      <p:pic>
        <p:nvPicPr>
          <p:cNvPr id="11" name="Imagen 10" descr="Interfaz de usuario gráfica, 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D1669F14-5902-740B-BF57-40C737829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" r="48433" b="48889"/>
          <a:stretch>
            <a:fillRect/>
          </a:stretch>
        </p:blipFill>
        <p:spPr>
          <a:xfrm>
            <a:off x="123806" y="1857375"/>
            <a:ext cx="5319605" cy="3505213"/>
          </a:xfrm>
          <a:prstGeom prst="rect">
            <a:avLst/>
          </a:prstGeom>
        </p:spPr>
      </p:pic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E64BA9D1-6341-BDB3-043E-E30F5974FDD5}"/>
              </a:ext>
            </a:extLst>
          </p:cNvPr>
          <p:cNvSpPr txBox="1">
            <a:spLocks/>
          </p:cNvSpPr>
          <p:nvPr/>
        </p:nvSpPr>
        <p:spPr>
          <a:xfrm>
            <a:off x="5436900" y="2335453"/>
            <a:ext cx="6489988" cy="2315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BO" sz="1500">
                <a:ea typeface="+mn-lt"/>
                <a:cs typeface="+mn-lt"/>
              </a:rPr>
              <a:t>La ejecución del modelo para la predicción de tiempo de entrega se realizará en tiempo real.</a:t>
            </a:r>
            <a:endParaRPr lang="es-ES"/>
          </a:p>
          <a:p>
            <a:endParaRPr lang="es-BO" sz="1500"/>
          </a:p>
          <a:p>
            <a:r>
              <a:rPr lang="es-BO" sz="1500"/>
              <a:t>La evaluación para el reentrenamiento del modelo se contempla cada mes.</a:t>
            </a:r>
            <a:endParaRPr lang="es-BO"/>
          </a:p>
          <a:p>
            <a:endParaRPr lang="es-BO" sz="1500"/>
          </a:p>
          <a:p>
            <a:endParaRPr lang="es-BO" sz="1500"/>
          </a:p>
          <a:p>
            <a:endParaRPr lang="en-US" sz="1500"/>
          </a:p>
        </p:txBody>
      </p:sp>
      <p:pic>
        <p:nvPicPr>
          <p:cNvPr id="2" name="Imagen 1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CAE17D1A-E549-05E9-0CC7-671486D1D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656" y="3848965"/>
            <a:ext cx="5197187" cy="289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0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EBDD-1DE1-26D4-7F15-58A1CC6B5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B6E39BD-94A2-5A87-7CE7-D80BDD0F3A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9479" y="1481931"/>
            <a:ext cx="8897600" cy="54394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BO" dirty="0" err="1"/>
              <a:t>Baseline</a:t>
            </a:r>
            <a:r>
              <a:rPr lang="es-BO" dirty="0"/>
              <a:t> y métricas del Negocio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956A8E11-DE8C-6538-2001-BDA2BFE8FD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65200" y="2183053"/>
            <a:ext cx="8509288" cy="231559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BO" sz="1500"/>
          </a:p>
          <a:p>
            <a:endParaRPr lang="en-US" sz="1500"/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260D5183-FF4B-25FE-78E4-6DCA36989A50}"/>
              </a:ext>
            </a:extLst>
          </p:cNvPr>
          <p:cNvSpPr txBox="1">
            <a:spLocks/>
          </p:cNvSpPr>
          <p:nvPr/>
        </p:nvSpPr>
        <p:spPr>
          <a:xfrm>
            <a:off x="2865150" y="2335453"/>
            <a:ext cx="9061738" cy="2315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BO" sz="1500"/>
          </a:p>
          <a:p>
            <a:r>
              <a:rPr lang="es-BO" sz="1500" dirty="0"/>
              <a:t>Métricas de base: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 dirty="0">
                <a:ea typeface="+mn-lt"/>
                <a:cs typeface="+mn-lt"/>
              </a:rPr>
              <a:t>MAE (Mean Absolute Error)</a:t>
            </a:r>
            <a:endParaRPr lang="es-BO" sz="15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 dirty="0">
                <a:ea typeface="+mn-lt"/>
                <a:cs typeface="+mn-lt"/>
              </a:rPr>
              <a:t>RMSE (</a:t>
            </a:r>
            <a:r>
              <a:rPr lang="es-BO" sz="1500" dirty="0" err="1">
                <a:ea typeface="+mn-lt"/>
                <a:cs typeface="+mn-lt"/>
              </a:rPr>
              <a:t>Root</a:t>
            </a:r>
            <a:r>
              <a:rPr lang="es-BO" sz="1500" dirty="0">
                <a:ea typeface="+mn-lt"/>
                <a:cs typeface="+mn-lt"/>
              </a:rPr>
              <a:t> Mean </a:t>
            </a:r>
            <a:r>
              <a:rPr lang="es-BO" sz="1500" dirty="0" err="1">
                <a:ea typeface="+mn-lt"/>
                <a:cs typeface="+mn-lt"/>
              </a:rPr>
              <a:t>Squared</a:t>
            </a:r>
            <a:r>
              <a:rPr lang="es-BO" sz="1500" dirty="0">
                <a:ea typeface="+mn-lt"/>
                <a:cs typeface="+mn-lt"/>
              </a:rPr>
              <a:t> Error)</a:t>
            </a:r>
            <a:endParaRPr lang="es-BO" sz="15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 dirty="0">
                <a:ea typeface="+mn-lt"/>
                <a:cs typeface="+mn-lt"/>
              </a:rPr>
              <a:t>MAPE (Mean Absolute </a:t>
            </a:r>
            <a:r>
              <a:rPr lang="es-BO" sz="1500" dirty="0" err="1">
                <a:ea typeface="+mn-lt"/>
                <a:cs typeface="+mn-lt"/>
              </a:rPr>
              <a:t>Percentage</a:t>
            </a:r>
            <a:r>
              <a:rPr lang="es-BO" sz="1500" dirty="0">
                <a:ea typeface="+mn-lt"/>
                <a:cs typeface="+mn-lt"/>
              </a:rPr>
              <a:t> Error)</a:t>
            </a:r>
            <a:endParaRPr lang="es-BO" sz="1500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BO" sz="1500" dirty="0"/>
              <a:t>R² (Coeficiente de determinación)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-BO" sz="1500" dirty="0"/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988284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4A7AA-C4C4-3318-FC1F-FCBBB7FD5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5EA5988-46C0-CDB2-4E81-9DCC2A5E05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BO"/>
              <a:t>GRACIAS!!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1BEC2C-AFFB-7F33-4379-A9C4BBDED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48282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">
      <a:dk1>
        <a:srgbClr val="2D317E"/>
      </a:dk1>
      <a:lt1>
        <a:srgbClr val="FFFFFF"/>
      </a:lt1>
      <a:dk2>
        <a:srgbClr val="2D317E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stgrado Tipografia">
      <a:majorFont>
        <a:latin typeface="Montserrat Black"/>
        <a:ea typeface=""/>
        <a:cs typeface=""/>
      </a:majorFont>
      <a:minorFont>
        <a:latin typeface="Montserrat Semi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D317E"/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Abraham Bautista</dc:creator>
  <cp:revision>19</cp:revision>
  <dcterms:created xsi:type="dcterms:W3CDTF">2024-05-17T22:27:18Z</dcterms:created>
  <dcterms:modified xsi:type="dcterms:W3CDTF">2025-11-15T13:24:10Z</dcterms:modified>
</cp:coreProperties>
</file>